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21BB2C-860B-410B-B6B6-DA26104411E5}" v="66" dt="2025-11-28T12:58:19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DHI CHAUDHARI" userId="90a9cc6f82ebbc60" providerId="LiveId" clId="{7863539D-B715-48F8-A8EB-523B395D8F05}"/>
    <pc:docChg chg="undo custSel addSld delSld modSld">
      <pc:chgData name="NIDHI CHAUDHARI" userId="90a9cc6f82ebbc60" providerId="LiveId" clId="{7863539D-B715-48F8-A8EB-523B395D8F05}" dt="2025-11-28T13:01:08.638" v="919" actId="2711"/>
      <pc:docMkLst>
        <pc:docMk/>
      </pc:docMkLst>
      <pc:sldChg chg="addSp delSp modSp mod">
        <pc:chgData name="NIDHI CHAUDHARI" userId="90a9cc6f82ebbc60" providerId="LiveId" clId="{7863539D-B715-48F8-A8EB-523B395D8F05}" dt="2025-11-28T10:07:12.993" v="858" actId="21"/>
        <pc:sldMkLst>
          <pc:docMk/>
          <pc:sldMk cId="382072593" sldId="256"/>
        </pc:sldMkLst>
        <pc:spChg chg="del mod">
          <ac:chgData name="NIDHI CHAUDHARI" userId="90a9cc6f82ebbc60" providerId="LiveId" clId="{7863539D-B715-48F8-A8EB-523B395D8F05}" dt="2025-11-28T10:07:12.993" v="858" actId="21"/>
          <ac:spMkLst>
            <pc:docMk/>
            <pc:sldMk cId="382072593" sldId="256"/>
            <ac:spMk id="2" creationId="{4580DC48-410D-ABDF-23DA-96D6A9A6D5FF}"/>
          </ac:spMkLst>
        </pc:spChg>
        <pc:spChg chg="add mod">
          <ac:chgData name="NIDHI CHAUDHARI" userId="90a9cc6f82ebbc60" providerId="LiveId" clId="{7863539D-B715-48F8-A8EB-523B395D8F05}" dt="2025-11-28T10:06:23.488" v="840" actId="33987"/>
          <ac:spMkLst>
            <pc:docMk/>
            <pc:sldMk cId="382072593" sldId="256"/>
            <ac:spMk id="4" creationId="{606EE6B7-7C7F-3B06-304C-44B3A3AE3BBC}"/>
          </ac:spMkLst>
        </pc:spChg>
        <pc:spChg chg="add mod">
          <ac:chgData name="NIDHI CHAUDHARI" userId="90a9cc6f82ebbc60" providerId="LiveId" clId="{7863539D-B715-48F8-A8EB-523B395D8F05}" dt="2025-11-28T10:06:55.171" v="857" actId="1076"/>
          <ac:spMkLst>
            <pc:docMk/>
            <pc:sldMk cId="382072593" sldId="256"/>
            <ac:spMk id="5" creationId="{1756E531-0516-6680-F2CB-353EBBF65A09}"/>
          </ac:spMkLst>
        </pc:spChg>
      </pc:sldChg>
      <pc:sldChg chg="modSp mod">
        <pc:chgData name="NIDHI CHAUDHARI" userId="90a9cc6f82ebbc60" providerId="LiveId" clId="{7863539D-B715-48F8-A8EB-523B395D8F05}" dt="2025-11-28T13:00:47.468" v="917" actId="1076"/>
        <pc:sldMkLst>
          <pc:docMk/>
          <pc:sldMk cId="1370605622" sldId="257"/>
        </pc:sldMkLst>
        <pc:spChg chg="mod">
          <ac:chgData name="NIDHI CHAUDHARI" userId="90a9cc6f82ebbc60" providerId="LiveId" clId="{7863539D-B715-48F8-A8EB-523B395D8F05}" dt="2025-11-28T12:52:17.580" v="881" actId="20577"/>
          <ac:spMkLst>
            <pc:docMk/>
            <pc:sldMk cId="1370605622" sldId="257"/>
            <ac:spMk id="2" creationId="{724B593E-45D3-F814-3ED3-11B461E01C66}"/>
          </ac:spMkLst>
        </pc:spChg>
        <pc:spChg chg="mod">
          <ac:chgData name="NIDHI CHAUDHARI" userId="90a9cc6f82ebbc60" providerId="LiveId" clId="{7863539D-B715-48F8-A8EB-523B395D8F05}" dt="2025-11-28T13:00:39.060" v="915" actId="255"/>
          <ac:spMkLst>
            <pc:docMk/>
            <pc:sldMk cId="1370605622" sldId="257"/>
            <ac:spMk id="4" creationId="{FA1DAAEF-45E9-1D6E-474C-69191162229B}"/>
          </ac:spMkLst>
        </pc:spChg>
        <pc:picChg chg="mod">
          <ac:chgData name="NIDHI CHAUDHARI" userId="90a9cc6f82ebbc60" providerId="LiveId" clId="{7863539D-B715-48F8-A8EB-523B395D8F05}" dt="2025-11-28T13:00:47.468" v="917" actId="1076"/>
          <ac:picMkLst>
            <pc:docMk/>
            <pc:sldMk cId="1370605622" sldId="257"/>
            <ac:picMk id="6" creationId="{6D4A5487-9734-DA08-CB27-AFC586FFF965}"/>
          </ac:picMkLst>
        </pc:picChg>
      </pc:sldChg>
      <pc:sldChg chg="addSp delSp modSp mod">
        <pc:chgData name="NIDHI CHAUDHARI" userId="90a9cc6f82ebbc60" providerId="LiveId" clId="{7863539D-B715-48F8-A8EB-523B395D8F05}" dt="2025-11-28T12:59:42.791" v="911" actId="2711"/>
        <pc:sldMkLst>
          <pc:docMk/>
          <pc:sldMk cId="2190211791" sldId="258"/>
        </pc:sldMkLst>
        <pc:spChg chg="mod">
          <ac:chgData name="NIDHI CHAUDHARI" userId="90a9cc6f82ebbc60" providerId="LiveId" clId="{7863539D-B715-48F8-A8EB-523B395D8F05}" dt="2025-11-28T12:51:30.820" v="864" actId="14100"/>
          <ac:spMkLst>
            <pc:docMk/>
            <pc:sldMk cId="2190211791" sldId="258"/>
            <ac:spMk id="2" creationId="{981F8E11-0A5D-21A0-152D-B6FF3F98331E}"/>
          </ac:spMkLst>
        </pc:spChg>
        <pc:spChg chg="add mod">
          <ac:chgData name="NIDHI CHAUDHARI" userId="90a9cc6f82ebbc60" providerId="LiveId" clId="{7863539D-B715-48F8-A8EB-523B395D8F05}" dt="2025-11-27T12:45:28.764" v="42"/>
          <ac:spMkLst>
            <pc:docMk/>
            <pc:sldMk cId="2190211791" sldId="258"/>
            <ac:spMk id="3" creationId="{FE3EE1A4-8771-0906-378D-18E0FDC6170D}"/>
          </ac:spMkLst>
        </pc:spChg>
        <pc:spChg chg="add del">
          <ac:chgData name="NIDHI CHAUDHARI" userId="90a9cc6f82ebbc60" providerId="LiveId" clId="{7863539D-B715-48F8-A8EB-523B395D8F05}" dt="2025-11-27T12:45:36.736" v="43"/>
          <ac:spMkLst>
            <pc:docMk/>
            <pc:sldMk cId="2190211791" sldId="258"/>
            <ac:spMk id="4" creationId="{6DC089D8-0333-59E0-9FFC-2EDF106458EC}"/>
          </ac:spMkLst>
        </pc:spChg>
        <pc:spChg chg="add mod">
          <ac:chgData name="NIDHI CHAUDHARI" userId="90a9cc6f82ebbc60" providerId="LiveId" clId="{7863539D-B715-48F8-A8EB-523B395D8F05}" dt="2025-11-28T12:59:42.791" v="911" actId="2711"/>
          <ac:spMkLst>
            <pc:docMk/>
            <pc:sldMk cId="2190211791" sldId="258"/>
            <ac:spMk id="5" creationId="{46FFC68F-8A57-47D9-BA1B-B91D6CA5CA05}"/>
          </ac:spMkLst>
        </pc:spChg>
        <pc:picChg chg="mod">
          <ac:chgData name="NIDHI CHAUDHARI" userId="90a9cc6f82ebbc60" providerId="LiveId" clId="{7863539D-B715-48F8-A8EB-523B395D8F05}" dt="2025-11-28T12:51:35.366" v="865" actId="14100"/>
          <ac:picMkLst>
            <pc:docMk/>
            <pc:sldMk cId="2190211791" sldId="258"/>
            <ac:picMk id="6" creationId="{A956A532-4A31-261D-26B7-6F259D0D730B}"/>
          </ac:picMkLst>
        </pc:picChg>
      </pc:sldChg>
      <pc:sldChg chg="addSp delSp modSp mod">
        <pc:chgData name="NIDHI CHAUDHARI" userId="90a9cc6f82ebbc60" providerId="LiveId" clId="{7863539D-B715-48F8-A8EB-523B395D8F05}" dt="2025-11-28T13:00:20.247" v="914" actId="113"/>
        <pc:sldMkLst>
          <pc:docMk/>
          <pc:sldMk cId="1412431963" sldId="259"/>
        </pc:sldMkLst>
        <pc:spChg chg="mod">
          <ac:chgData name="NIDHI CHAUDHARI" userId="90a9cc6f82ebbc60" providerId="LiveId" clId="{7863539D-B715-48F8-A8EB-523B395D8F05}" dt="2025-11-28T12:52:36.735" v="884" actId="2711"/>
          <ac:spMkLst>
            <pc:docMk/>
            <pc:sldMk cId="1412431963" sldId="259"/>
            <ac:spMk id="2" creationId="{121D738D-A991-DB70-BB7E-E67305F92BB2}"/>
          </ac:spMkLst>
        </pc:spChg>
        <pc:spChg chg="add del mod">
          <ac:chgData name="NIDHI CHAUDHARI" userId="90a9cc6f82ebbc60" providerId="LiveId" clId="{7863539D-B715-48F8-A8EB-523B395D8F05}" dt="2025-11-27T13:01:18.567" v="66" actId="21"/>
          <ac:spMkLst>
            <pc:docMk/>
            <pc:sldMk cId="1412431963" sldId="259"/>
            <ac:spMk id="3" creationId="{DD4241B8-D713-7071-755B-19118531B5F8}"/>
          </ac:spMkLst>
        </pc:spChg>
        <pc:spChg chg="del">
          <ac:chgData name="NIDHI CHAUDHARI" userId="90a9cc6f82ebbc60" providerId="LiveId" clId="{7863539D-B715-48F8-A8EB-523B395D8F05}" dt="2025-11-27T13:00:05.909" v="56"/>
          <ac:spMkLst>
            <pc:docMk/>
            <pc:sldMk cId="1412431963" sldId="259"/>
            <ac:spMk id="4" creationId="{B00D265F-E4DA-C373-8521-716CE64F58DE}"/>
          </ac:spMkLst>
        </pc:spChg>
        <pc:spChg chg="add mod">
          <ac:chgData name="NIDHI CHAUDHARI" userId="90a9cc6f82ebbc60" providerId="LiveId" clId="{7863539D-B715-48F8-A8EB-523B395D8F05}" dt="2025-11-28T13:00:20.247" v="914" actId="113"/>
          <ac:spMkLst>
            <pc:docMk/>
            <pc:sldMk cId="1412431963" sldId="259"/>
            <ac:spMk id="5" creationId="{FE0F6B04-B3B6-9721-6473-2C5A1C44FCE9}"/>
          </ac:spMkLst>
        </pc:spChg>
        <pc:picChg chg="mod">
          <ac:chgData name="NIDHI CHAUDHARI" userId="90a9cc6f82ebbc60" providerId="LiveId" clId="{7863539D-B715-48F8-A8EB-523B395D8F05}" dt="2025-11-27T13:02:26.509" v="129" actId="1076"/>
          <ac:picMkLst>
            <pc:docMk/>
            <pc:sldMk cId="1412431963" sldId="259"/>
            <ac:picMk id="18" creationId="{8BC9891C-A391-485D-FE16-066291ED1036}"/>
          </ac:picMkLst>
        </pc:picChg>
      </pc:sldChg>
      <pc:sldChg chg="addSp delSp modSp mod">
        <pc:chgData name="NIDHI CHAUDHARI" userId="90a9cc6f82ebbc60" providerId="LiveId" clId="{7863539D-B715-48F8-A8EB-523B395D8F05}" dt="2025-11-28T13:01:00.095" v="918" actId="2711"/>
        <pc:sldMkLst>
          <pc:docMk/>
          <pc:sldMk cId="3240620984" sldId="260"/>
        </pc:sldMkLst>
        <pc:spChg chg="mod">
          <ac:chgData name="NIDHI CHAUDHARI" userId="90a9cc6f82ebbc60" providerId="LiveId" clId="{7863539D-B715-48F8-A8EB-523B395D8F05}" dt="2025-11-28T12:53:01.847" v="887" actId="2711"/>
          <ac:spMkLst>
            <pc:docMk/>
            <pc:sldMk cId="3240620984" sldId="260"/>
            <ac:spMk id="2" creationId="{3AB705ED-47CF-BCE6-085B-EAFA1FFBDF21}"/>
          </ac:spMkLst>
        </pc:spChg>
        <pc:spChg chg="add mod">
          <ac:chgData name="NIDHI CHAUDHARI" userId="90a9cc6f82ebbc60" providerId="LiveId" clId="{7863539D-B715-48F8-A8EB-523B395D8F05}" dt="2025-11-28T13:01:00.095" v="918" actId="2711"/>
          <ac:spMkLst>
            <pc:docMk/>
            <pc:sldMk cId="3240620984" sldId="260"/>
            <ac:spMk id="3" creationId="{B56C0EFA-6002-97D8-312F-67CE0C3B67B8}"/>
          </ac:spMkLst>
        </pc:spChg>
        <pc:spChg chg="del">
          <ac:chgData name="NIDHI CHAUDHARI" userId="90a9cc6f82ebbc60" providerId="LiveId" clId="{7863539D-B715-48F8-A8EB-523B395D8F05}" dt="2025-11-27T13:06:25.427" v="134"/>
          <ac:spMkLst>
            <pc:docMk/>
            <pc:sldMk cId="3240620984" sldId="260"/>
            <ac:spMk id="4" creationId="{462A29F2-838E-C49B-D2D5-576979F26C07}"/>
          </ac:spMkLst>
        </pc:spChg>
        <pc:picChg chg="mod">
          <ac:chgData name="NIDHI CHAUDHARI" userId="90a9cc6f82ebbc60" providerId="LiveId" clId="{7863539D-B715-48F8-A8EB-523B395D8F05}" dt="2025-11-27T13:07:21.310" v="140" actId="1076"/>
          <ac:picMkLst>
            <pc:docMk/>
            <pc:sldMk cId="3240620984" sldId="260"/>
            <ac:picMk id="10" creationId="{D8D8D799-02FB-391C-6342-D6046415F48C}"/>
          </ac:picMkLst>
        </pc:picChg>
      </pc:sldChg>
      <pc:sldChg chg="addSp delSp modSp mod">
        <pc:chgData name="NIDHI CHAUDHARI" userId="90a9cc6f82ebbc60" providerId="LiveId" clId="{7863539D-B715-48F8-A8EB-523B395D8F05}" dt="2025-11-28T13:01:08.638" v="919" actId="2711"/>
        <pc:sldMkLst>
          <pc:docMk/>
          <pc:sldMk cId="1964917807" sldId="261"/>
        </pc:sldMkLst>
        <pc:spChg chg="mod">
          <ac:chgData name="NIDHI CHAUDHARI" userId="90a9cc6f82ebbc60" providerId="LiveId" clId="{7863539D-B715-48F8-A8EB-523B395D8F05}" dt="2025-11-28T12:53:21.888" v="890" actId="255"/>
          <ac:spMkLst>
            <pc:docMk/>
            <pc:sldMk cId="1964917807" sldId="261"/>
            <ac:spMk id="2" creationId="{6BDB29A9-5C56-0E65-14FE-903728C78623}"/>
          </ac:spMkLst>
        </pc:spChg>
        <pc:spChg chg="add mod">
          <ac:chgData name="NIDHI CHAUDHARI" userId="90a9cc6f82ebbc60" providerId="LiveId" clId="{7863539D-B715-48F8-A8EB-523B395D8F05}" dt="2025-11-28T13:01:08.638" v="919" actId="2711"/>
          <ac:spMkLst>
            <pc:docMk/>
            <pc:sldMk cId="1964917807" sldId="261"/>
            <ac:spMk id="3" creationId="{491F5885-DDFE-EF2F-ED0E-2BDF8D13CCFD}"/>
          </ac:spMkLst>
        </pc:spChg>
        <pc:spChg chg="del">
          <ac:chgData name="NIDHI CHAUDHARI" userId="90a9cc6f82ebbc60" providerId="LiveId" clId="{7863539D-B715-48F8-A8EB-523B395D8F05}" dt="2025-11-27T13:09:13.580" v="141"/>
          <ac:spMkLst>
            <pc:docMk/>
            <pc:sldMk cId="1964917807" sldId="261"/>
            <ac:spMk id="4" creationId="{478DD697-19BE-94AD-DC32-CCCB72AD4BB8}"/>
          </ac:spMkLst>
        </pc:spChg>
        <pc:picChg chg="mod">
          <ac:chgData name="NIDHI CHAUDHARI" userId="90a9cc6f82ebbc60" providerId="LiveId" clId="{7863539D-B715-48F8-A8EB-523B395D8F05}" dt="2025-11-27T13:09:42.766" v="156" actId="1076"/>
          <ac:picMkLst>
            <pc:docMk/>
            <pc:sldMk cId="1964917807" sldId="261"/>
            <ac:picMk id="10" creationId="{68ADDCB2-92EF-1F25-0CF7-01F0AB83690D}"/>
          </ac:picMkLst>
        </pc:picChg>
      </pc:sldChg>
      <pc:sldChg chg="modSp del mod">
        <pc:chgData name="NIDHI CHAUDHARI" userId="90a9cc6f82ebbc60" providerId="LiveId" clId="{7863539D-B715-48F8-A8EB-523B395D8F05}" dt="2025-11-28T09:17:13.928" v="545" actId="2696"/>
        <pc:sldMkLst>
          <pc:docMk/>
          <pc:sldMk cId="103843831" sldId="262"/>
        </pc:sldMkLst>
        <pc:spChg chg="mod">
          <ac:chgData name="NIDHI CHAUDHARI" userId="90a9cc6f82ebbc60" providerId="LiveId" clId="{7863539D-B715-48F8-A8EB-523B395D8F05}" dt="2025-11-27T13:52:58.949" v="400" actId="20577"/>
          <ac:spMkLst>
            <pc:docMk/>
            <pc:sldMk cId="103843831" sldId="262"/>
            <ac:spMk id="2" creationId="{9CD48E3A-6306-E1DC-D634-356B17002608}"/>
          </ac:spMkLst>
        </pc:spChg>
      </pc:sldChg>
      <pc:sldChg chg="del">
        <pc:chgData name="NIDHI CHAUDHARI" userId="90a9cc6f82ebbc60" providerId="LiveId" clId="{7863539D-B715-48F8-A8EB-523B395D8F05}" dt="2025-11-27T13:15:02.732" v="159" actId="2696"/>
        <pc:sldMkLst>
          <pc:docMk/>
          <pc:sldMk cId="368604351" sldId="263"/>
        </pc:sldMkLst>
      </pc:sldChg>
      <pc:sldChg chg="addSp delSp modSp mod">
        <pc:chgData name="NIDHI CHAUDHARI" userId="90a9cc6f82ebbc60" providerId="LiveId" clId="{7863539D-B715-48F8-A8EB-523B395D8F05}" dt="2025-11-28T12:57:53.794" v="902" actId="12"/>
        <pc:sldMkLst>
          <pc:docMk/>
          <pc:sldMk cId="3952574380" sldId="264"/>
        </pc:sldMkLst>
        <pc:spChg chg="mod">
          <ac:chgData name="NIDHI CHAUDHARI" userId="90a9cc6f82ebbc60" providerId="LiveId" clId="{7863539D-B715-48F8-A8EB-523B395D8F05}" dt="2025-11-28T12:53:43.094" v="893" actId="2711"/>
          <ac:spMkLst>
            <pc:docMk/>
            <pc:sldMk cId="3952574380" sldId="264"/>
            <ac:spMk id="2" creationId="{B37D9098-FAAE-65D7-90DE-D102EA114D99}"/>
          </ac:spMkLst>
        </pc:spChg>
        <pc:spChg chg="add mod">
          <ac:chgData name="NIDHI CHAUDHARI" userId="90a9cc6f82ebbc60" providerId="LiveId" clId="{7863539D-B715-48F8-A8EB-523B395D8F05}" dt="2025-11-28T12:57:53.794" v="902" actId="12"/>
          <ac:spMkLst>
            <pc:docMk/>
            <pc:sldMk cId="3952574380" sldId="264"/>
            <ac:spMk id="3" creationId="{22519FCB-0B37-8054-0D05-9A42A48AA55E}"/>
          </ac:spMkLst>
        </pc:spChg>
        <pc:spChg chg="del">
          <ac:chgData name="NIDHI CHAUDHARI" userId="90a9cc6f82ebbc60" providerId="LiveId" clId="{7863539D-B715-48F8-A8EB-523B395D8F05}" dt="2025-11-28T09:19:03.423" v="546"/>
          <ac:spMkLst>
            <pc:docMk/>
            <pc:sldMk cId="3952574380" sldId="264"/>
            <ac:spMk id="4" creationId="{38D5CD82-EE27-E54E-FD47-A30464C0236E}"/>
          </ac:spMkLst>
        </pc:spChg>
      </pc:sldChg>
      <pc:sldChg chg="addSp delSp modSp mod">
        <pc:chgData name="NIDHI CHAUDHARI" userId="90a9cc6f82ebbc60" providerId="LiveId" clId="{7863539D-B715-48F8-A8EB-523B395D8F05}" dt="2025-11-28T12:54:04.619" v="896" actId="2711"/>
        <pc:sldMkLst>
          <pc:docMk/>
          <pc:sldMk cId="2348368277" sldId="265"/>
        </pc:sldMkLst>
        <pc:spChg chg="mod">
          <ac:chgData name="NIDHI CHAUDHARI" userId="90a9cc6f82ebbc60" providerId="LiveId" clId="{7863539D-B715-48F8-A8EB-523B395D8F05}" dt="2025-11-28T12:54:04.619" v="896" actId="2711"/>
          <ac:spMkLst>
            <pc:docMk/>
            <pc:sldMk cId="2348368277" sldId="265"/>
            <ac:spMk id="2" creationId="{9FB592EA-A07D-B34C-9ACB-563C5FE1B844}"/>
          </ac:spMkLst>
        </pc:spChg>
        <pc:spChg chg="add mod">
          <ac:chgData name="NIDHI CHAUDHARI" userId="90a9cc6f82ebbc60" providerId="LiveId" clId="{7863539D-B715-48F8-A8EB-523B395D8F05}" dt="2025-11-28T09:28:07.312" v="562" actId="2711"/>
          <ac:spMkLst>
            <pc:docMk/>
            <pc:sldMk cId="2348368277" sldId="265"/>
            <ac:spMk id="3" creationId="{5E3287FE-D8A2-5C32-84F4-3F91A8C975B8}"/>
          </ac:spMkLst>
        </pc:spChg>
        <pc:spChg chg="del">
          <ac:chgData name="NIDHI CHAUDHARI" userId="90a9cc6f82ebbc60" providerId="LiveId" clId="{7863539D-B715-48F8-A8EB-523B395D8F05}" dt="2025-11-28T09:26:13.910" v="554"/>
          <ac:spMkLst>
            <pc:docMk/>
            <pc:sldMk cId="2348368277" sldId="265"/>
            <ac:spMk id="4" creationId="{2065325E-E32A-560C-CEE8-A00F3E539B48}"/>
          </ac:spMkLst>
        </pc:spChg>
      </pc:sldChg>
      <pc:sldChg chg="addSp delSp modSp mod">
        <pc:chgData name="NIDHI CHAUDHARI" userId="90a9cc6f82ebbc60" providerId="LiveId" clId="{7863539D-B715-48F8-A8EB-523B395D8F05}" dt="2025-11-28T10:02:07.943" v="778" actId="242"/>
        <pc:sldMkLst>
          <pc:docMk/>
          <pc:sldMk cId="2764126686" sldId="266"/>
        </pc:sldMkLst>
        <pc:spChg chg="mod">
          <ac:chgData name="NIDHI CHAUDHARI" userId="90a9cc6f82ebbc60" providerId="LiveId" clId="{7863539D-B715-48F8-A8EB-523B395D8F05}" dt="2025-11-28T10:02:07.943" v="778" actId="242"/>
          <ac:spMkLst>
            <pc:docMk/>
            <pc:sldMk cId="2764126686" sldId="266"/>
            <ac:spMk id="2" creationId="{27773539-60DB-869A-E43D-0F759D12D486}"/>
          </ac:spMkLst>
        </pc:spChg>
        <pc:spChg chg="add mod">
          <ac:chgData name="NIDHI CHAUDHARI" userId="90a9cc6f82ebbc60" providerId="LiveId" clId="{7863539D-B715-48F8-A8EB-523B395D8F05}" dt="2025-11-28T09:53:07.486" v="635" actId="20577"/>
          <ac:spMkLst>
            <pc:docMk/>
            <pc:sldMk cId="2764126686" sldId="266"/>
            <ac:spMk id="3" creationId="{8C605D41-6CAF-FB0D-E993-1158152981A1}"/>
          </ac:spMkLst>
        </pc:spChg>
        <pc:spChg chg="del">
          <ac:chgData name="NIDHI CHAUDHARI" userId="90a9cc6f82ebbc60" providerId="LiveId" clId="{7863539D-B715-48F8-A8EB-523B395D8F05}" dt="2025-11-28T09:31:42.131" v="563"/>
          <ac:spMkLst>
            <pc:docMk/>
            <pc:sldMk cId="2764126686" sldId="266"/>
            <ac:spMk id="4" creationId="{E25D01F1-4A86-AFC7-7103-35048D6ED09A}"/>
          </ac:spMkLst>
        </pc:spChg>
        <pc:picChg chg="mod">
          <ac:chgData name="NIDHI CHAUDHARI" userId="90a9cc6f82ebbc60" providerId="LiveId" clId="{7863539D-B715-48F8-A8EB-523B395D8F05}" dt="2025-11-28T09:56:59.825" v="680" actId="1076"/>
          <ac:picMkLst>
            <pc:docMk/>
            <pc:sldMk cId="2764126686" sldId="266"/>
            <ac:picMk id="6" creationId="{80F99638-CFC8-BD67-C6E1-6BEA1FE05885}"/>
          </ac:picMkLst>
        </pc:picChg>
      </pc:sldChg>
      <pc:sldChg chg="addSp delSp modSp new mod">
        <pc:chgData name="NIDHI CHAUDHARI" userId="90a9cc6f82ebbc60" providerId="LiveId" clId="{7863539D-B715-48F8-A8EB-523B395D8F05}" dt="2025-11-28T10:01:48.889" v="774" actId="255"/>
        <pc:sldMkLst>
          <pc:docMk/>
          <pc:sldMk cId="3917235070" sldId="267"/>
        </pc:sldMkLst>
        <pc:spChg chg="mod">
          <ac:chgData name="NIDHI CHAUDHARI" userId="90a9cc6f82ebbc60" providerId="LiveId" clId="{7863539D-B715-48F8-A8EB-523B395D8F05}" dt="2025-11-28T10:01:48.889" v="774" actId="255"/>
          <ac:spMkLst>
            <pc:docMk/>
            <pc:sldMk cId="3917235070" sldId="267"/>
            <ac:spMk id="2" creationId="{6ED91316-006E-F360-A3FB-BEADC0929E69}"/>
          </ac:spMkLst>
        </pc:spChg>
        <pc:spChg chg="add mod">
          <ac:chgData name="NIDHI CHAUDHARI" userId="90a9cc6f82ebbc60" providerId="LiveId" clId="{7863539D-B715-48F8-A8EB-523B395D8F05}" dt="2025-11-28T09:50:03.008" v="620" actId="12"/>
          <ac:spMkLst>
            <pc:docMk/>
            <pc:sldMk cId="3917235070" sldId="267"/>
            <ac:spMk id="3" creationId="{21ADF028-7240-2C24-FB72-B79587C5A7DA}"/>
          </ac:spMkLst>
        </pc:spChg>
        <pc:spChg chg="del">
          <ac:chgData name="NIDHI CHAUDHARI" userId="90a9cc6f82ebbc60" providerId="LiveId" clId="{7863539D-B715-48F8-A8EB-523B395D8F05}" dt="2025-11-27T13:24:01.097" v="161" actId="21"/>
          <ac:spMkLst>
            <pc:docMk/>
            <pc:sldMk cId="3917235070" sldId="267"/>
            <ac:spMk id="3" creationId="{91DD99B0-335C-99C9-BB44-BA0947803080}"/>
          </ac:spMkLst>
        </pc:spChg>
        <pc:spChg chg="del">
          <ac:chgData name="NIDHI CHAUDHARI" userId="90a9cc6f82ebbc60" providerId="LiveId" clId="{7863539D-B715-48F8-A8EB-523B395D8F05}" dt="2025-11-28T09:40:26.277" v="570"/>
          <ac:spMkLst>
            <pc:docMk/>
            <pc:sldMk cId="3917235070" sldId="267"/>
            <ac:spMk id="4" creationId="{2D1EDDDC-89FC-FDFF-B700-079B463A6401}"/>
          </ac:spMkLst>
        </pc:spChg>
        <pc:spChg chg="add del mod">
          <ac:chgData name="NIDHI CHAUDHARI" userId="90a9cc6f82ebbc60" providerId="LiveId" clId="{7863539D-B715-48F8-A8EB-523B395D8F05}" dt="2025-11-27T13:24:10.892" v="163" actId="21"/>
          <ac:spMkLst>
            <pc:docMk/>
            <pc:sldMk cId="3917235070" sldId="267"/>
            <ac:spMk id="5" creationId="{91DD99B0-335C-99C9-BB44-BA0947803080}"/>
          </ac:spMkLst>
        </pc:spChg>
        <pc:picChg chg="add del mod">
          <ac:chgData name="NIDHI CHAUDHARI" userId="90a9cc6f82ebbc60" providerId="LiveId" clId="{7863539D-B715-48F8-A8EB-523B395D8F05}" dt="2025-11-27T13:24:42.412" v="175" actId="22"/>
          <ac:picMkLst>
            <pc:docMk/>
            <pc:sldMk cId="3917235070" sldId="267"/>
            <ac:picMk id="7" creationId="{1C73C5AA-6F51-2D72-6E1F-6CE22088F635}"/>
          </ac:picMkLst>
        </pc:picChg>
        <pc:picChg chg="add mod">
          <ac:chgData name="NIDHI CHAUDHARI" userId="90a9cc6f82ebbc60" providerId="LiveId" clId="{7863539D-B715-48F8-A8EB-523B395D8F05}" dt="2025-11-28T09:40:40.575" v="574" actId="1076"/>
          <ac:picMkLst>
            <pc:docMk/>
            <pc:sldMk cId="3917235070" sldId="267"/>
            <ac:picMk id="9" creationId="{EC6B0910-8513-ACD8-B2B2-7FD8E22E7DBB}"/>
          </ac:picMkLst>
        </pc:picChg>
      </pc:sldChg>
      <pc:sldChg chg="addSp delSp modSp new mod">
        <pc:chgData name="NIDHI CHAUDHARI" userId="90a9cc6f82ebbc60" providerId="LiveId" clId="{7863539D-B715-48F8-A8EB-523B395D8F05}" dt="2025-11-28T10:01:36.048" v="773" actId="255"/>
        <pc:sldMkLst>
          <pc:docMk/>
          <pc:sldMk cId="2405792484" sldId="268"/>
        </pc:sldMkLst>
        <pc:spChg chg="mod">
          <ac:chgData name="NIDHI CHAUDHARI" userId="90a9cc6f82ebbc60" providerId="LiveId" clId="{7863539D-B715-48F8-A8EB-523B395D8F05}" dt="2025-11-28T10:01:36.048" v="773" actId="255"/>
          <ac:spMkLst>
            <pc:docMk/>
            <pc:sldMk cId="2405792484" sldId="268"/>
            <ac:spMk id="2" creationId="{24FA755C-A1A1-2C0C-F4E4-FB3428CF493B}"/>
          </ac:spMkLst>
        </pc:spChg>
        <pc:spChg chg="del">
          <ac:chgData name="NIDHI CHAUDHARI" userId="90a9cc6f82ebbc60" providerId="LiveId" clId="{7863539D-B715-48F8-A8EB-523B395D8F05}" dt="2025-11-27T13:26:00.527" v="183" actId="21"/>
          <ac:spMkLst>
            <pc:docMk/>
            <pc:sldMk cId="2405792484" sldId="268"/>
            <ac:spMk id="3" creationId="{9ADAEACA-FF76-2522-E561-5F1F6874719F}"/>
          </ac:spMkLst>
        </pc:spChg>
        <pc:spChg chg="add mod">
          <ac:chgData name="NIDHI CHAUDHARI" userId="90a9cc6f82ebbc60" providerId="LiveId" clId="{7863539D-B715-48F8-A8EB-523B395D8F05}" dt="2025-11-28T09:51:35.337" v="623" actId="20577"/>
          <ac:spMkLst>
            <pc:docMk/>
            <pc:sldMk cId="2405792484" sldId="268"/>
            <ac:spMk id="3" creationId="{FE57698B-2D56-A4A2-4816-8D5F8F23AEAF}"/>
          </ac:spMkLst>
        </pc:spChg>
        <pc:spChg chg="del mod">
          <ac:chgData name="NIDHI CHAUDHARI" userId="90a9cc6f82ebbc60" providerId="LiveId" clId="{7863539D-B715-48F8-A8EB-523B395D8F05}" dt="2025-11-28T09:44:49.774" v="587"/>
          <ac:spMkLst>
            <pc:docMk/>
            <pc:sldMk cId="2405792484" sldId="268"/>
            <ac:spMk id="4" creationId="{05986D01-BBE2-C024-086E-114CE1C2F528}"/>
          </ac:spMkLst>
        </pc:spChg>
        <pc:picChg chg="add mod">
          <ac:chgData name="NIDHI CHAUDHARI" userId="90a9cc6f82ebbc60" providerId="LiveId" clId="{7863539D-B715-48F8-A8EB-523B395D8F05}" dt="2025-11-28T09:45:14.666" v="592" actId="14100"/>
          <ac:picMkLst>
            <pc:docMk/>
            <pc:sldMk cId="2405792484" sldId="268"/>
            <ac:picMk id="6" creationId="{08472A4E-9705-4B0D-BD3C-5E30DF417BB8}"/>
          </ac:picMkLst>
        </pc:picChg>
      </pc:sldChg>
      <pc:sldChg chg="addSp delSp modSp new mod">
        <pc:chgData name="NIDHI CHAUDHARI" userId="90a9cc6f82ebbc60" providerId="LiveId" clId="{7863539D-B715-48F8-A8EB-523B395D8F05}" dt="2025-11-28T12:57:26.559" v="900" actId="12"/>
        <pc:sldMkLst>
          <pc:docMk/>
          <pc:sldMk cId="2432131070" sldId="269"/>
        </pc:sldMkLst>
        <pc:spChg chg="mod">
          <ac:chgData name="NIDHI CHAUDHARI" userId="90a9cc6f82ebbc60" providerId="LiveId" clId="{7863539D-B715-48F8-A8EB-523B395D8F05}" dt="2025-11-28T12:56:58.661" v="898" actId="20577"/>
          <ac:spMkLst>
            <pc:docMk/>
            <pc:sldMk cId="2432131070" sldId="269"/>
            <ac:spMk id="2" creationId="{88DA4E54-E819-6E65-A585-92465E52A5D5}"/>
          </ac:spMkLst>
        </pc:spChg>
        <pc:spChg chg="add mod">
          <ac:chgData name="NIDHI CHAUDHARI" userId="90a9cc6f82ebbc60" providerId="LiveId" clId="{7863539D-B715-48F8-A8EB-523B395D8F05}" dt="2025-11-28T12:57:26.559" v="900" actId="12"/>
          <ac:spMkLst>
            <pc:docMk/>
            <pc:sldMk cId="2432131070" sldId="269"/>
            <ac:spMk id="3" creationId="{9CDFC667-04B8-7A1F-0E64-01692ECE80A7}"/>
          </ac:spMkLst>
        </pc:spChg>
        <pc:spChg chg="del">
          <ac:chgData name="NIDHI CHAUDHARI" userId="90a9cc6f82ebbc60" providerId="LiveId" clId="{7863539D-B715-48F8-A8EB-523B395D8F05}" dt="2025-11-27T13:35:42.623" v="190" actId="22"/>
          <ac:spMkLst>
            <pc:docMk/>
            <pc:sldMk cId="2432131070" sldId="269"/>
            <ac:spMk id="3" creationId="{A7B138EB-3CD1-53EA-576E-138A617FF853}"/>
          </ac:spMkLst>
        </pc:spChg>
        <pc:spChg chg="del mod">
          <ac:chgData name="NIDHI CHAUDHARI" userId="90a9cc6f82ebbc60" providerId="LiveId" clId="{7863539D-B715-48F8-A8EB-523B395D8F05}" dt="2025-11-28T09:48:18.605" v="596"/>
          <ac:spMkLst>
            <pc:docMk/>
            <pc:sldMk cId="2432131070" sldId="269"/>
            <ac:spMk id="4" creationId="{61F122F9-BDBB-6250-A222-86ED2AA44CF1}"/>
          </ac:spMkLst>
        </pc:spChg>
        <pc:spChg chg="add del mod">
          <ac:chgData name="NIDHI CHAUDHARI" userId="90a9cc6f82ebbc60" providerId="LiveId" clId="{7863539D-B715-48F8-A8EB-523B395D8F05}" dt="2025-11-27T14:08:06.262" v="538" actId="21"/>
          <ac:spMkLst>
            <pc:docMk/>
            <pc:sldMk cId="2432131070" sldId="269"/>
            <ac:spMk id="8" creationId="{0DAFA14E-310D-3ABB-34F2-652CEA06A77E}"/>
          </ac:spMkLst>
        </pc:spChg>
        <pc:spChg chg="add del mod">
          <ac:chgData name="NIDHI CHAUDHARI" userId="90a9cc6f82ebbc60" providerId="LiveId" clId="{7863539D-B715-48F8-A8EB-523B395D8F05}" dt="2025-11-27T14:08:12.750" v="540" actId="21"/>
          <ac:spMkLst>
            <pc:docMk/>
            <pc:sldMk cId="2432131070" sldId="269"/>
            <ac:spMk id="9" creationId="{0DAFA14E-310D-3ABB-34F2-652CEA06A77E}"/>
          </ac:spMkLst>
        </pc:spChg>
        <pc:picChg chg="add del mod ord">
          <ac:chgData name="NIDHI CHAUDHARI" userId="90a9cc6f82ebbc60" providerId="LiveId" clId="{7863539D-B715-48F8-A8EB-523B395D8F05}" dt="2025-11-27T14:08:00.516" v="537" actId="478"/>
          <ac:picMkLst>
            <pc:docMk/>
            <pc:sldMk cId="2432131070" sldId="269"/>
            <ac:picMk id="6" creationId="{579A525A-B14E-1C3A-1341-9A1CDDD1D126}"/>
          </ac:picMkLst>
        </pc:picChg>
        <pc:picChg chg="add mod">
          <ac:chgData name="NIDHI CHAUDHARI" userId="90a9cc6f82ebbc60" providerId="LiveId" clId="{7863539D-B715-48F8-A8EB-523B395D8F05}" dt="2025-11-27T14:08:31.445" v="544" actId="14100"/>
          <ac:picMkLst>
            <pc:docMk/>
            <pc:sldMk cId="2432131070" sldId="269"/>
            <ac:picMk id="11" creationId="{05BC411F-74CC-8CED-2C54-11D8542AFFC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136A0-8CA3-B64B-CAEB-814EAD617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83AED6-8169-1DD4-EA12-C99A124C46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8D81A-1104-5F95-2404-426A056C8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D90D-68D8-4CB0-B7D9-7B4EC3208486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0F1BE-2558-5F56-7FB3-E20D803EA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415E2-3014-EC98-0D06-504D3C263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360E-2A92-407D-88D2-49E0DF536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253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CD0F8-792D-66D6-CA24-39B37AFC8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F74C8-F897-5D51-88C0-C890324A4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46501-1DD4-8851-E0F9-94E225E72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D90D-68D8-4CB0-B7D9-7B4EC3208486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B1AA6-3D16-236D-5C0F-518C85719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F3B42-262A-0AEB-30FA-BC2027BDC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360E-2A92-407D-88D2-49E0DF536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523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78891-A6DE-CA35-EDB1-80F41394F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09843-E4E0-F17B-5E35-109C6E9CC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9B269-B8C2-1F2B-5424-502A38549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D90D-68D8-4CB0-B7D9-7B4EC3208486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5B595-E0EF-62DA-33C6-B2E0B8DB5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09A0-1F70-C3AF-1059-E6A709BC1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360E-2A92-407D-88D2-49E0DF536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314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C205C-F665-7E02-1CA7-1A2EECBB0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6849E-7E8B-F10F-1851-6A23008F1C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2F616D-F3C4-529A-95D1-F456AB6A0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B2C65F-2648-ABDD-E6E6-5A8913548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D90D-68D8-4CB0-B7D9-7B4EC3208486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EA238D-E819-114A-485C-EF297EFFA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480F4-F676-242C-22B6-42BE376F2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360E-2A92-407D-88D2-49E0DF536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615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60D34-9AFF-895D-E141-B49A4151B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71446-C1F5-AC5B-06F7-342887327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0A9FD1-DAEB-6868-E062-2B7B25EFAB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CF9A93-133C-91CB-DA0F-991C530526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751F0A-440A-257E-D954-C3C8FCFE56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3B7A03-C8D8-7C10-4F33-264027463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D90D-68D8-4CB0-B7D9-7B4EC3208486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B9E5CD-C891-52CB-570E-FA48EF9A7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7C3591-08F6-6CD6-EEC8-63A3832CA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360E-2A92-407D-88D2-49E0DF536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820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6B9F3-EF7D-BD3C-1F34-7F3E85FEB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19E152-3213-8179-F94F-6B3C13107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D90D-68D8-4CB0-B7D9-7B4EC3208486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39B8E5-D394-F251-2B00-1AE163CD5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6B82BB-FB84-8187-F611-E8B6A57FC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360E-2A92-407D-88D2-49E0DF536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107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337E46-6988-FB85-2EEE-CD353DCA6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D90D-68D8-4CB0-B7D9-7B4EC3208486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B09CB2-222A-18B7-A11F-AA820C133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2A7A2-8FD8-FE5C-A33C-BC33764DC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360E-2A92-407D-88D2-49E0DF536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950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BE21E-3B69-56B3-81A4-1377B09EA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5EC20-9616-1AFF-5762-0C66A8E43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97640-4372-416B-6031-C5ADF977D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0C636-09D8-5F87-C747-A40DA1CE9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D90D-68D8-4CB0-B7D9-7B4EC3208486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1E0CA-D019-E687-551E-AD93C85CE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9DCB7-E3E1-71EA-9AE8-3C0E9EC81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360E-2A92-407D-88D2-49E0DF536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283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392E2-15A6-9D84-395C-0149D0410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38DB1D-CA35-52FF-EF56-4E85294362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FAE342-FD3C-F448-C14D-CF01D2101B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44C5B-EC9C-B150-57A7-E344E502C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D90D-68D8-4CB0-B7D9-7B4EC3208486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63698-E389-E340-EBA6-0E1333713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FDCC1-D9C4-A86F-7E6C-2BBEBE7B3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360E-2A92-407D-88D2-49E0DF536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584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2BFD9-0379-9EAE-D660-658A4AE62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C5455F-A93D-7EB2-9265-4D61831B4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269BD-D813-CCAD-C55C-F0E2AD094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D90D-68D8-4CB0-B7D9-7B4EC3208486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E363F-D1DA-95C5-690D-1F615BDD3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027A2-C1FD-1701-9AEF-C8F2DFEBA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360E-2A92-407D-88D2-49E0DF536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267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90A5BD-94A9-3440-FAD6-9EE8912DD6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28AD64-C3AD-A543-D5D5-2C36D8FEC3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A13DD-BDCF-5828-9390-8996440AA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BD90D-68D8-4CB0-B7D9-7B4EC3208486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89088-E257-DB66-3916-C2125C5C4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154A5-F700-BDFF-882C-454F8E24C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360E-2A92-407D-88D2-49E0DF536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779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4D65AB-F3F4-A811-031E-E170F6A97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360B8D-CEA4-694C-F636-5BFB672A7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2609B-655F-73CC-91CE-577B5D53F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8BD90D-68D8-4CB0-B7D9-7B4EC3208486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FB3BA-2C42-C44A-A103-B300C26452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EE29A-4A58-554C-3452-F8AF916AEB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D360E-2A92-407D-88D2-49E0DF536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906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FFA3713-BD3B-2193-39D3-C3AAE8BC1F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56E531-0516-6680-F2CB-353EBBF65A09}"/>
              </a:ext>
            </a:extLst>
          </p:cNvPr>
          <p:cNvSpPr/>
          <p:nvPr/>
        </p:nvSpPr>
        <p:spPr>
          <a:xfrm>
            <a:off x="4022034" y="2586633"/>
            <a:ext cx="41479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Airbnb Report</a:t>
            </a:r>
            <a:endParaRPr lang="en-IN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2072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B593E-45D3-F814-3ED3-11B461E01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3388" y="152399"/>
            <a:ext cx="5256212" cy="836613"/>
          </a:xfrm>
        </p:spPr>
        <p:txBody>
          <a:bodyPr anchor="ctr"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Neighbourhood Groups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6D4A5487-9734-DA08-CB27-AFC586FFF96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221" b="1221"/>
          <a:stretch/>
        </p:blipFill>
        <p:spPr>
          <a:xfrm>
            <a:off x="6573664" y="1714500"/>
            <a:ext cx="5467523" cy="431720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1DAAEF-45E9-1D6E-474C-691911622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Manhattan and Brooklyn </a:t>
            </a:r>
            <a:r>
              <a:rPr lang="en-US" sz="1800" dirty="0"/>
              <a:t>dominate the listings, having the highest number by a large margin.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Queens has a moderate count</a:t>
            </a:r>
            <a:r>
              <a:rPr lang="en-US" sz="1800" dirty="0"/>
              <a:t>, far lower than the top two but still significant.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Bronx and Staten Island </a:t>
            </a:r>
            <a:r>
              <a:rPr lang="en-US" sz="1800" dirty="0"/>
              <a:t>have very few listings, showing limited Airbnb activity in these areas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0605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F8E11-0A5D-21A0-152D-B6FF3F983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1413" y="249238"/>
            <a:ext cx="6475412" cy="857250"/>
          </a:xfrm>
        </p:spPr>
        <p:txBody>
          <a:bodyPr anchor="ctr">
            <a:no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 Listings per Neighbourhood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956A532-4A31-261D-26B7-6F259D0D730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3098" r="3098"/>
          <a:stretch/>
        </p:blipFill>
        <p:spPr>
          <a:xfrm>
            <a:off x="6796450" y="1647824"/>
            <a:ext cx="5197112" cy="4103687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46FFC68F-8A57-47D9-BA1B-B91D6CA5CA0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590550" y="2590378"/>
            <a:ext cx="475297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Manhattan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has almost 50% of all listings, making it the biggest and most popular area for rentals.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Queens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comes next with 22.5%, a solid share but much lower than Manhattan.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Brooklyn, the Bronx, and Staten Island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have around 9%, showing they have fewer listings and lower rental activity.</a:t>
            </a:r>
          </a:p>
        </p:txBody>
      </p:sp>
    </p:spTree>
    <p:extLst>
      <p:ext uri="{BB962C8B-B14F-4D97-AF65-F5344CB8AC3E}">
        <p14:creationId xmlns:p14="http://schemas.microsoft.com/office/powerpoint/2010/main" val="2190211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D738D-A991-DB70-BB7E-E67305F92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9563" y="457200"/>
            <a:ext cx="6351587" cy="682488"/>
          </a:xfrm>
        </p:spPr>
        <p:txBody>
          <a:bodyPr anchor="ctr"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Airbnb Price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BC9891C-A391-485D-FE16-066291ED1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8572" y="1714500"/>
            <a:ext cx="6061259" cy="4003812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FE0F6B04-B3B6-9721-6473-2C5A1C44F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169" y="2851533"/>
            <a:ext cx="543976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 Dorp, Chelsea (Staten Island), and Fort Wadsworth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have the highest prices, all above $1,000.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Prices drop for neighbourhoods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Little Neck and Jamaica Hills,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which are in the $800 range.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rest of the neighbourhoods are more affordable, mostly between $760–$810.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431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705ED-47CF-BCE6-085B-EAFA1FFBD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0257" y="333375"/>
            <a:ext cx="6624499" cy="778990"/>
          </a:xfrm>
        </p:spPr>
        <p:txBody>
          <a:bodyPr anchor="ctr"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Airbnb Price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D8D799-02FB-391C-6342-D6046415F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461" y="1951808"/>
            <a:ext cx="5994590" cy="4358298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B56C0EFA-6002-97D8-312F-67CE0C3B67B8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9789" y="3086031"/>
            <a:ext cx="479901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Lighthouse Hill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lowest average price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at around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$100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making it the most affordable.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Spuyten Duyvil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Rossville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Breezy Point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follow next, with prices around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$290–310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still on the lower end compared to other areas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620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B29A9-5C56-0E65-14FE-903728C78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4663" y="428625"/>
            <a:ext cx="7675562" cy="914400"/>
          </a:xfrm>
        </p:spPr>
        <p:txBody>
          <a:bodyPr anchor="ctr"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Pattern by Room Type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ADDCB2-92EF-1F25-0CF7-01F0AB836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17636"/>
            <a:ext cx="5897554" cy="3584677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491F5885-DDFE-EF2F-ED0E-2BDF8D13CCF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9788" y="2670533"/>
            <a:ext cx="435133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room types vary a lot in price, but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hotel rooms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tend to be a bit costlier overall.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Shared rooms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usually the cheapest option, making them good for budget travellers.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Private rooms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entire homes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fall in between, offering a mix of affordable and premium choices.</a:t>
            </a:r>
          </a:p>
        </p:txBody>
      </p:sp>
    </p:spTree>
    <p:extLst>
      <p:ext uri="{BB962C8B-B14F-4D97-AF65-F5344CB8AC3E}">
        <p14:creationId xmlns:p14="http://schemas.microsoft.com/office/powerpoint/2010/main" val="1964917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D9098-FAAE-65D7-90DE-D102EA114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7088" y="327212"/>
            <a:ext cx="8256587" cy="1047750"/>
          </a:xfrm>
        </p:spPr>
        <p:txBody>
          <a:bodyPr anchor="ctr"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availability of Airbnb’s by Room Type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85655-4191-A24F-36D6-84CBAC29C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40018"/>
            <a:ext cx="6000925" cy="364302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22519FCB-0B37-8054-0D05-9A42A48AA55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9788" y="2521517"/>
            <a:ext cx="414178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Hotel rooms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 available for most days, meaning they’re booked less often.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Shared rooms and entire homes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have moderate availability.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Private rooms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 available for the fewest days, suggesting they get booked more and are in higher demand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2574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592EA-A07D-B34C-9ACB-563C5FE1B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3788" y="409575"/>
            <a:ext cx="7151687" cy="885825"/>
          </a:xfrm>
        </p:spPr>
        <p:txBody>
          <a:bodyPr anchor="ctr"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Pattern in Availability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5BE85F-3E0E-53C9-9C6F-5BC3735BE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350" y="1950179"/>
            <a:ext cx="6162868" cy="3310847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5E3287FE-D8A2-5C32-84F4-3F91A8C975B8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754063" y="2472427"/>
            <a:ext cx="446563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peaks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February and June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meaning properties are easier to book during these months.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March and August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have the lowest availability, showing these months are the busiest with the highest bookings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After August, availability slowly improves again toward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October and December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8368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73539-60DB-869A-E43D-0F759D12D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288" y="409575"/>
            <a:ext cx="6446837" cy="695325"/>
          </a:xfrm>
        </p:spPr>
        <p:txBody>
          <a:bodyPr anchor="ctr"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Price by Host Identification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F99638-CFC8-BD67-C6E1-6BEA1FE05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415" y="1815998"/>
            <a:ext cx="5226319" cy="3949903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8C605D41-6CAF-FB0D-E993-1158152981A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9788" y="2590711"/>
            <a:ext cx="437038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Prices are almost the same whether the host is verified or not.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Verified hosts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don’t charge extra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their rates are basically in the same range.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Not-verified hosts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 a bit more price fluctuation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but nothing major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4126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91316-006E-F360-A3FB-BEADC0929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888" y="323850"/>
            <a:ext cx="6913562" cy="942975"/>
          </a:xfrm>
        </p:spPr>
        <p:txBody>
          <a:bodyPr anchor="ctr"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Counts By Room Type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6B0910-8513-ACD8-B2B2-7FD8E22E7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846" y="2000249"/>
            <a:ext cx="6072197" cy="3668713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21ADF028-7240-2C24-FB72-B79587C5A7DA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542925" y="3000109"/>
            <a:ext cx="497204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reviews are for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entire homes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people clearly prefer having the whole place.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Private rooms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 also popular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but not as much as full homes.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Shared rooms and hotel rooms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 very few reviews, meaning people rarely choose them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17235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A755C-A1A1-2C0C-F4E4-FB3428CF4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838" y="390525"/>
            <a:ext cx="7666037" cy="714375"/>
          </a:xfrm>
        </p:spPr>
        <p:txBody>
          <a:bodyPr anchor="ctr"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Counts by Neighbourhood Group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472A4E-9705-4B0D-BD3C-5E30DF417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3306" y="2152650"/>
            <a:ext cx="5789188" cy="341325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FE57698B-2D56-A4A2-4816-8D5F8F23AEAF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435769" y="2690336"/>
            <a:ext cx="486568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reviews come from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Manhattan and Brooklyn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these areas are the most popular.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Queens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gets some reviews, but not as many.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Bronx and Staten Island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 very few, meaning fewer guests stay there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05792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A4E54-E819-6E65-A585-92465E52A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0606" y="381000"/>
            <a:ext cx="6904037" cy="531812"/>
          </a:xfrm>
        </p:spPr>
        <p:txBody>
          <a:bodyPr anchor="ctr"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Neighbourhoods By Ratings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BC411F-74CC-8CED-2C54-11D8542AF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625" y="1923941"/>
            <a:ext cx="6070803" cy="320051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9CDFC667-04B8-7A1F-0E64-01692ECE80A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9788" y="2651354"/>
            <a:ext cx="439896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Glen Oaks, Co-op City, and Gerritsen Beach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have the highest ratings — guests really love staying here.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rest of the top neighbourhoods have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very close ratings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all hovering around 4.0+.</a:t>
            </a:r>
          </a:p>
        </p:txBody>
      </p:sp>
    </p:spTree>
    <p:extLst>
      <p:ext uri="{BB962C8B-B14F-4D97-AF65-F5344CB8AC3E}">
        <p14:creationId xmlns:p14="http://schemas.microsoft.com/office/powerpoint/2010/main" val="2432131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562</Words>
  <Application>Microsoft Office PowerPoint</Application>
  <PresentationFormat>Widescreen</PresentationFormat>
  <Paragraphs>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Top Neighbourhood Groups</vt:lpstr>
      <vt:lpstr>Percentage Listings per Neighbourhood</vt:lpstr>
      <vt:lpstr>Highest Airbnb Price</vt:lpstr>
      <vt:lpstr>Lowest Airbnb Price</vt:lpstr>
      <vt:lpstr>Price Pattern by Room Type</vt:lpstr>
      <vt:lpstr>Average availability of Airbnb’s by Room Type</vt:lpstr>
      <vt:lpstr>Seasonal Pattern in Availability</vt:lpstr>
      <vt:lpstr>Average Price by Host Identification</vt:lpstr>
      <vt:lpstr>Review Counts By Room Type</vt:lpstr>
      <vt:lpstr>Review Counts by Neighbourhood Group</vt:lpstr>
      <vt:lpstr>Top Neighbourhoods By Ratings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NIDHI CHAUDHARI</dc:creator>
  <cp:lastModifiedBy>NIDHI CHAUDHARI</cp:lastModifiedBy>
  <cp:revision>1</cp:revision>
  <dcterms:created xsi:type="dcterms:W3CDTF">2025-11-21T13:28:47Z</dcterms:created>
  <dcterms:modified xsi:type="dcterms:W3CDTF">2025-11-28T13:01:08Z</dcterms:modified>
</cp:coreProperties>
</file>